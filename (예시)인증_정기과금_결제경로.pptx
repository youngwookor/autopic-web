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3" r:id="rId4"/>
    <p:sldId id="257" r:id="rId5"/>
    <p:sldId id="264" r:id="rId6"/>
    <p:sldId id="265" r:id="rId7"/>
    <p:sldId id="266" r:id="rId8"/>
    <p:sldId id="258" r:id="rId9"/>
    <p:sldId id="267" r:id="rId10"/>
    <p:sldId id="268" r:id="rId11"/>
    <p:sldId id="269" r:id="rId12"/>
    <p:sldId id="272" r:id="rId13"/>
    <p:sldId id="273" r:id="rId14"/>
    <p:sldId id="274" r:id="rId15"/>
    <p:sldId id="259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70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02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11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83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52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39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06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65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74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68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90AF5-770A-4698-AEF4-00CE3D1DFCDF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47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37920" y="2454876"/>
            <a:ext cx="4716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결제경로 예시파일</a:t>
            </a:r>
            <a:endParaRPr lang="ko-KR" altLang="en-US" sz="4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162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58714" y="1243914"/>
            <a:ext cx="1474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목차</a:t>
            </a:r>
            <a:endParaRPr lang="ko-KR" altLang="en-US" sz="4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85687" y="4209536"/>
            <a:ext cx="5041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단건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결제경로                            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7~10p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정기과금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결제경로                     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15~16p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85687" y="3886371"/>
            <a:ext cx="45746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solidFill>
                  <a:srgbClr val="C0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500" dirty="0" smtClean="0">
                <a:solidFill>
                  <a:srgbClr val="C0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귀사에서 사용 중이신 결제 서비스만 전달 주시면 됩니다</a:t>
            </a:r>
            <a:r>
              <a:rPr lang="en-US" altLang="ko-KR" sz="1500" dirty="0" smtClean="0">
                <a:solidFill>
                  <a:srgbClr val="C0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11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052120" y="2364260"/>
            <a:ext cx="6306064" cy="1073895"/>
            <a:chOff x="3052120" y="2364260"/>
            <a:chExt cx="6306064" cy="1073895"/>
          </a:xfrm>
        </p:grpSpPr>
        <p:sp>
          <p:nvSpPr>
            <p:cNvPr id="5" name="TextBox 4"/>
            <p:cNvSpPr txBox="1"/>
            <p:nvPr/>
          </p:nvSpPr>
          <p:spPr>
            <a:xfrm>
              <a:off x="3052120" y="2364260"/>
              <a:ext cx="60877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800" dirty="0" err="1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단건결제</a:t>
              </a:r>
              <a:r>
                <a:rPr lang="ko-KR" altLang="en-US" sz="48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경로</a:t>
              </a:r>
              <a:endParaRPr lang="en-US" altLang="ko-KR" sz="4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118919" y="3130378"/>
              <a:ext cx="52392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*</a:t>
              </a:r>
              <a:r>
                <a:rPr lang="ko-KR" altLang="en-US" sz="1400" dirty="0" err="1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단건결제란</a:t>
              </a:r>
              <a:r>
                <a:rPr lang="en-US" altLang="ko-KR" sz="1400" dirty="0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, </a:t>
              </a:r>
              <a:r>
                <a:rPr lang="ko-KR" altLang="en-US" sz="1400" dirty="0" err="1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나이스페이</a:t>
              </a:r>
              <a:r>
                <a:rPr lang="ko-KR" altLang="en-US" sz="1400" dirty="0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400" dirty="0" err="1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결제창을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400" dirty="0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통한 </a:t>
              </a:r>
              <a:r>
                <a:rPr lang="en-US" altLang="ko-KR" sz="1400" dirty="0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1</a:t>
              </a:r>
              <a:r>
                <a:rPr lang="ko-KR" altLang="en-US" sz="1400" dirty="0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회성 결제를 뜻합니다</a:t>
              </a:r>
              <a:r>
                <a:rPr lang="en-US" altLang="ko-KR" sz="1400" dirty="0" smtClean="0">
                  <a:solidFill>
                    <a:schemeClr val="bg1">
                      <a:lumMod val="5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.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314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428368"/>
            <a:ext cx="11067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홈페이지 하단정보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  (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상호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대표자명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사업자번호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주소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전화번호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이메일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통신판매신고번호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이용약관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&amp;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개인정보이용방침 내 </a:t>
            </a:r>
            <a:r>
              <a:rPr lang="ko-KR" altLang="en-US" b="1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상호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확인 필요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303298"/>
            <a:ext cx="11710498" cy="67658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04" y="2302211"/>
            <a:ext cx="6638925" cy="12954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04" y="3771771"/>
            <a:ext cx="2419350" cy="1571625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457200" y="1600200"/>
            <a:ext cx="14020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2560320" y="1600200"/>
            <a:ext cx="33451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6096000" y="1607820"/>
            <a:ext cx="838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7155180" y="1607820"/>
            <a:ext cx="11734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8526780" y="1607820"/>
            <a:ext cx="19354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57200" y="1866900"/>
            <a:ext cx="26212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5265420" y="1866900"/>
            <a:ext cx="16687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259080" y="2302211"/>
            <a:ext cx="6581649" cy="1295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59080" y="3826210"/>
            <a:ext cx="6581649" cy="14544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1173902" y="3498403"/>
            <a:ext cx="374812" cy="26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296565" y="5010052"/>
            <a:ext cx="374812" cy="26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30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428368"/>
            <a:ext cx="10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홈페이지 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URL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확인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4" y="874288"/>
            <a:ext cx="10875070" cy="563772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60443" y="1066534"/>
            <a:ext cx="688272" cy="1938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4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428368"/>
            <a:ext cx="10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 페이지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비회원 결제 가능 시 생략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4" y="1321657"/>
            <a:ext cx="4300475" cy="24512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92895" y="1606378"/>
            <a:ext cx="3331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 : </a:t>
            </a:r>
          </a:p>
          <a:p>
            <a:r>
              <a:rPr lang="en-US" altLang="ko-KR" dirty="0" smtClean="0"/>
              <a:t>PW 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91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428368"/>
            <a:ext cx="1049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상품 목록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최소 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2~3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 업로드 필요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(※ sample, test 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등의 문구 확인 시 심사 불가</a:t>
            </a:r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4" y="1320004"/>
            <a:ext cx="9300614" cy="433331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127449" y="1462271"/>
            <a:ext cx="2154877" cy="39334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82139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70" y="1117247"/>
            <a:ext cx="10634430" cy="403140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069162" y="2348671"/>
            <a:ext cx="855637" cy="299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93402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428368"/>
            <a:ext cx="10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결제수단 내 신용카드 확인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4" y="1076046"/>
            <a:ext cx="10575516" cy="547462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470798" y="3813774"/>
            <a:ext cx="893829" cy="2533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120649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313786"/>
            <a:ext cx="10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6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결제모듈창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확인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b="1" u="sng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비씨</a:t>
            </a:r>
            <a:r>
              <a:rPr lang="en-US" altLang="ko-KR" b="1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</a:t>
            </a:r>
            <a:r>
              <a:rPr lang="ko-KR" altLang="en-US" b="1" u="sng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페이북</a:t>
            </a:r>
            <a:r>
              <a:rPr lang="en-US" altLang="ko-KR" b="1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b="1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하나</a:t>
            </a:r>
            <a:r>
              <a:rPr lang="en-US" altLang="ko-KR" b="1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</a:t>
            </a:r>
            <a:r>
              <a:rPr lang="ko-KR" altLang="en-US" b="1" u="sng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앱카드</a:t>
            </a:r>
            <a:r>
              <a:rPr lang="ko-KR" altLang="en-US" b="1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b="1" u="sng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캡쳐</a:t>
            </a:r>
            <a:r>
              <a:rPr lang="ko-KR" altLang="en-US" b="1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필수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총 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개의 </a:t>
            </a:r>
            <a:r>
              <a:rPr lang="ko-KR" altLang="en-US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결제창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1F14278A-D532-2302-8C16-C2EC2AC8E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311" y="3697181"/>
            <a:ext cx="3664885" cy="2666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그룹 3"/>
          <p:cNvGrpSpPr/>
          <p:nvPr/>
        </p:nvGrpSpPr>
        <p:grpSpPr>
          <a:xfrm>
            <a:off x="1032742" y="1120346"/>
            <a:ext cx="3402961" cy="5317524"/>
            <a:chOff x="1032742" y="1120346"/>
            <a:chExt cx="3402961" cy="5317524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2742" y="1120346"/>
              <a:ext cx="3402961" cy="5317524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1032742" y="1210962"/>
              <a:ext cx="113380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311" y="913092"/>
            <a:ext cx="3664885" cy="272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34267" y="2430163"/>
            <a:ext cx="4689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정기과금</a:t>
            </a:r>
            <a:r>
              <a:rPr lang="ko-KR" altLang="en-US" sz="4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결제경로</a:t>
            </a:r>
            <a:endParaRPr lang="ko-KR" altLang="en-US" sz="4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45245" y="3251898"/>
            <a:ext cx="4067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*</a:t>
            </a:r>
            <a:r>
              <a:rPr lang="ko-KR" altLang="en-US" sz="1400" dirty="0" err="1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정기과금이란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정기적으로 결제하는 서비스를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뜻합니다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60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1804" y="428368"/>
            <a:ext cx="1049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홈페이지 하단정보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상호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대표자명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사업자번호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주소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전화번호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이메일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통신판매신고번호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이용약관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&amp;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개인정보이용방침 내 상호 확인 필요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4" y="1311546"/>
            <a:ext cx="11833678" cy="67658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04" y="2302211"/>
            <a:ext cx="6638925" cy="12954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04" y="3771771"/>
            <a:ext cx="2419350" cy="1571625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>
            <a:off x="457200" y="1600200"/>
            <a:ext cx="14020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560320" y="1600200"/>
            <a:ext cx="33451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6096000" y="1607820"/>
            <a:ext cx="838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7155180" y="1607820"/>
            <a:ext cx="11734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8526780" y="1607820"/>
            <a:ext cx="19354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57200" y="1866900"/>
            <a:ext cx="26212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5265420" y="1866900"/>
            <a:ext cx="16687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59080" y="2302211"/>
            <a:ext cx="6581649" cy="1295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59080" y="3826210"/>
            <a:ext cx="6581649" cy="14544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225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428368"/>
            <a:ext cx="10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홈페이지 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URL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확인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4" y="874288"/>
            <a:ext cx="10875070" cy="563772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60443" y="1066534"/>
            <a:ext cx="688272" cy="1938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39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428368"/>
            <a:ext cx="10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 페이지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비회원 결제 가능 시 생략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4" y="1321657"/>
            <a:ext cx="4300475" cy="24512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92895" y="1606378"/>
            <a:ext cx="3331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 : </a:t>
            </a:r>
          </a:p>
          <a:p>
            <a:r>
              <a:rPr lang="en-US" altLang="ko-KR" dirty="0" smtClean="0"/>
              <a:t>PW 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48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8" y="1162751"/>
            <a:ext cx="6247619" cy="472380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143318" y="2471008"/>
            <a:ext cx="2449286" cy="28816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228990" y="238898"/>
            <a:ext cx="1049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상품 목록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정기결제의 경우 단일상품 가능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(※ sample, test 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등의 문구 확인 시 심사 불가</a:t>
            </a:r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4204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990" y="238898"/>
            <a:ext cx="1049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 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신용카드 정보 입력 페이지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카드번호</a:t>
            </a:r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유효기간</a:t>
            </a:r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생년월일 및 사업자등록번호</a:t>
            </a:r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비밀번호 앞 </a:t>
            </a:r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자리 </a:t>
            </a:r>
            <a:r>
              <a:rPr lang="ko-KR" altLang="en-US" b="1" dirty="0" err="1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입력창</a:t>
            </a:r>
            <a:r>
              <a:rPr lang="ko-KR" altLang="en-US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필수</a:t>
            </a:r>
            <a:r>
              <a:rPr lang="en-US" altLang="ko-KR" b="1" dirty="0" smtClean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90" y="1351005"/>
            <a:ext cx="4870878" cy="47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58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223</Words>
  <Application>Microsoft Office PowerPoint</Application>
  <PresentationFormat>와이드스크린</PresentationFormat>
  <Paragraphs>28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나눔스퀘어_ac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</dc:creator>
  <cp:lastModifiedBy>1</cp:lastModifiedBy>
  <cp:revision>17</cp:revision>
  <dcterms:created xsi:type="dcterms:W3CDTF">2023-11-23T01:51:40Z</dcterms:created>
  <dcterms:modified xsi:type="dcterms:W3CDTF">2025-07-08T00:33:22Z</dcterms:modified>
</cp:coreProperties>
</file>